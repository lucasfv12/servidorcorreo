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72" r:id="rId5"/>
    <p:sldId id="274" r:id="rId6"/>
    <p:sldId id="273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4" d="100"/>
          <a:sy n="84" d="100"/>
        </p:scale>
        <p:origin x="-84" y="-6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963121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808d293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808d293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808d2933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808d2933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3b52e892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3b52e892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3b52e892d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3b52e892d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3b52e892d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3b52e892d_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3b52e892d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3b52e892d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3b52e892d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3b52e892d_2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3b52e892d_2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3b52e892d_2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3b52e892d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3b52e892d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3b52e892d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3b52e892d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3b52e892d_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3b52e892d_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3b52e892d_3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3b52e892d_3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3b52e892d_6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3b52e892d_6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3b52e892d_6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3b52e892d_6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3b52e892d_6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3b52e892d_6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main.p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38125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84950" y="1447800"/>
            <a:ext cx="84648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2"/>
                </a:solidFill>
              </a:rPr>
              <a:t>Materia: Estructura de datos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 b="1">
                <a:solidFill>
                  <a:schemeClr val="dk2"/>
                </a:solidFill>
              </a:rPr>
              <a:t>Trabajo práctico integrador: Cliente de correo electrónico - Entrega Final.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2"/>
                </a:solidFill>
              </a:rPr>
              <a:t>Comisión: 3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2"/>
                </a:solidFill>
              </a:rPr>
              <a:t>Profesor: Angel Leonardo Bianco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2"/>
                </a:solidFill>
              </a:rPr>
              <a:t>Grupo 11.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2"/>
                </a:solidFill>
              </a:rPr>
              <a:t>Alumnos: Brizuela Carla, Vergara Lucas.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0" y="335000"/>
            <a:ext cx="8520600" cy="102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proyecto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11700" y="1920250"/>
            <a:ext cx="8520600" cy="22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Este proyecto consiste en el desarrollo de un servidor de mensajería simple, implementado en python. El sistema permite gestionar mensajes a través de diferentes carpetas y subcarpetas. A su vez permite enviar y recibir correos normales o con carácter de urgente.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242725" y="246350"/>
            <a:ext cx="8520600" cy="95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1484200"/>
            <a:ext cx="8520600" cy="29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457200" lvl="0" indent="-366395" algn="ctr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Desarrollar un servidor de correo básico en python para gestionar mensajes, carpetas y prioridades mediante POO.</a:t>
            </a:r>
            <a:endParaRPr/>
          </a:p>
          <a:p>
            <a:pPr marL="457200" lvl="0" indent="-366395" algn="ctr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Implementar clases que representen usuarios, carpetas, mensajes y al servidor.</a:t>
            </a:r>
            <a:endParaRPr/>
          </a:p>
          <a:p>
            <a:pPr marL="457200" lvl="0" indent="-366395" algn="ctr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Diseñar un mecanismo para poder clasificar y mostrar mensajes normales y urgentes.</a:t>
            </a:r>
            <a:endParaRPr/>
          </a:p>
          <a:p>
            <a:pPr marL="457200" lvl="0" indent="-366395" algn="ctr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Implementar el movimiento de mensajes entre carpetas manteniendo sus prioridad.</a:t>
            </a:r>
            <a:endParaRPr/>
          </a:p>
          <a:p>
            <a:pPr marL="457200" lvl="0" indent="-366395" algn="ctr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Implementar la creación de carpetas en el caso que sea necesario.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9123" y="186583"/>
            <a:ext cx="8520600" cy="841800"/>
          </a:xfrm>
        </p:spPr>
        <p:txBody>
          <a:bodyPr>
            <a:normAutofit fontScale="90000"/>
          </a:bodyPr>
          <a:lstStyle/>
          <a:p>
            <a:r>
              <a:rPr lang="es-AR" dirty="0" smtClean="0"/>
              <a:t>Diagrama de flujo</a:t>
            </a:r>
            <a:br>
              <a:rPr lang="es-AR" dirty="0" smtClean="0"/>
            </a:br>
            <a:endParaRPr lang="es-AR" dirty="0"/>
          </a:p>
        </p:txBody>
      </p:sp>
      <p:pic>
        <p:nvPicPr>
          <p:cNvPr id="1026" name="Picture 2" descr="C:\Users\USER\Desktop\Diagrama de fluj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79" y="598311"/>
            <a:ext cx="8613018" cy="4447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6487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0"/>
            <a:ext cx="8218311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6219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22989" y="118850"/>
            <a:ext cx="8520600" cy="841800"/>
          </a:xfrm>
        </p:spPr>
        <p:txBody>
          <a:bodyPr>
            <a:normAutofit fontScale="90000"/>
          </a:bodyPr>
          <a:lstStyle/>
          <a:p>
            <a:r>
              <a:rPr lang="es-AR" dirty="0" smtClean="0"/>
              <a:t>Diagrama de clases</a:t>
            </a:r>
            <a:br>
              <a:rPr lang="es-AR" dirty="0" smtClean="0"/>
            </a:br>
            <a:endParaRPr lang="es-AR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689" y="627450"/>
            <a:ext cx="4111272" cy="44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721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175" y="1502325"/>
            <a:ext cx="6276975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/>
        </p:nvSpPr>
        <p:spPr>
          <a:xfrm>
            <a:off x="620775" y="354725"/>
            <a:ext cx="6670800" cy="7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2"/>
                </a:solidFill>
              </a:rPr>
              <a:t>La primera clase que creamos fue la clase mensaje y su método mostrar.</a:t>
            </a:r>
            <a:endParaRPr sz="1800" b="1">
              <a:solidFill>
                <a:schemeClr val="dk2"/>
              </a:solidFill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7439325" y="1502288"/>
            <a:ext cx="1527300" cy="27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2"/>
                </a:solidFill>
              </a:rPr>
              <a:t>Parámetros: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2"/>
                </a:solidFill>
              </a:rPr>
              <a:t>Remitente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2"/>
                </a:solidFill>
              </a:rPr>
              <a:t>Destinatario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2"/>
                </a:solidFill>
              </a:rPr>
              <a:t>Asunto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2"/>
                </a:solidFill>
              </a:rPr>
              <a:t>Contenido</a:t>
            </a:r>
            <a:endParaRPr sz="18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Luego la clase Usuario, carpeta y Servidor 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425" y="1298225"/>
            <a:ext cx="42100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425" y="3422650"/>
            <a:ext cx="535305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7350" y="1298225"/>
            <a:ext cx="4648200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855450" y="395750"/>
            <a:ext cx="743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Creamos las interfaces de enviar y recibir mensaje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375" y="1672650"/>
            <a:ext cx="68961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Creamos la interfaz de la bandeja de entrada y salida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9400" y="1179975"/>
            <a:ext cx="5124450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2252825" y="336650"/>
            <a:ext cx="453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Cambiamos la clase Usuario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463" y="1170125"/>
            <a:ext cx="5523315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>
            <a:spLocks noGrp="1"/>
          </p:cNvSpPr>
          <p:nvPr>
            <p:ph type="title"/>
          </p:nvPr>
        </p:nvSpPr>
        <p:spPr>
          <a:xfrm>
            <a:off x="2328600" y="425325"/>
            <a:ext cx="44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Cambios en la clase Servidor</a:t>
            </a: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9675" y="1515000"/>
            <a:ext cx="5553075" cy="27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 teníamos un archivo </a:t>
            </a:r>
            <a:r>
              <a:rPr lang="es" u="sng">
                <a:solidFill>
                  <a:schemeClr val="hlink"/>
                </a:solidFill>
                <a:hlinkClick r:id="rId3"/>
              </a:rPr>
              <a:t>MAIN.py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75" y="1160275"/>
            <a:ext cx="4369806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5181" y="1170125"/>
            <a:ext cx="4249748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Modularización del proyecto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000" y="1155425"/>
            <a:ext cx="2314575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0049" y="1017725"/>
            <a:ext cx="59902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30050" y="2589350"/>
            <a:ext cx="5990250" cy="17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884825" y="312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    Encapsulamiento de clases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7" name="Google Shape;1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450" y="1017725"/>
            <a:ext cx="547913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>
            <a:spLocks noGrp="1"/>
          </p:cNvSpPr>
          <p:nvPr>
            <p:ph type="title"/>
          </p:nvPr>
        </p:nvSpPr>
        <p:spPr>
          <a:xfrm>
            <a:off x="2016400" y="459725"/>
            <a:ext cx="437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Main con línea de comandos</a:t>
            </a:r>
            <a:endParaRPr/>
          </a:p>
        </p:txBody>
      </p:sp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400" y="1199525"/>
            <a:ext cx="24765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125" y="1199525"/>
            <a:ext cx="5200816" cy="380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0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Buscar una nueva carpeta o subcarpeta mediante una función recursiva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0" name="Google Shape;1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1700" y="2048125"/>
            <a:ext cx="7000875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Mover carpeta recursiva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5900" y="1478725"/>
            <a:ext cx="6172200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Mostrar árbol completo</a:t>
            </a:r>
            <a:endParaRPr/>
          </a:p>
        </p:txBody>
      </p:sp>
      <p:pic>
        <p:nvPicPr>
          <p:cNvPr id="152" name="Google Shape;15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8400" y="1478750"/>
            <a:ext cx="406717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246</Words>
  <Application>Microsoft Office PowerPoint</Application>
  <PresentationFormat>Presentación en pantalla (16:9)</PresentationFormat>
  <Paragraphs>43</Paragraphs>
  <Slides>19</Slides>
  <Notes>16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0" baseType="lpstr">
      <vt:lpstr>Simple Light</vt:lpstr>
      <vt:lpstr>Presentación de PowerPoint</vt:lpstr>
      <vt:lpstr>Introducción al proyecto</vt:lpstr>
      <vt:lpstr>Objetivos</vt:lpstr>
      <vt:lpstr>Diagrama de flujo </vt:lpstr>
      <vt:lpstr>Presentación de PowerPoint</vt:lpstr>
      <vt:lpstr>Diagrama de clases </vt:lpstr>
      <vt:lpstr>Presentación de PowerPoint</vt:lpstr>
      <vt:lpstr>Luego la clase Usuario, carpeta y Servidor </vt:lpstr>
      <vt:lpstr>Creamos las interfaces de enviar y recibir mensaje </vt:lpstr>
      <vt:lpstr>Creamos la interfaz de la bandeja de entrada y salida</vt:lpstr>
      <vt:lpstr>Cambiamos la clase Usuario</vt:lpstr>
      <vt:lpstr>Cambios en la clase Servidor</vt:lpstr>
      <vt:lpstr>No teníamos un archivo MAIN.py </vt:lpstr>
      <vt:lpstr>Modularización del proyecto </vt:lpstr>
      <vt:lpstr>             Encapsulamiento de clases </vt:lpstr>
      <vt:lpstr>Main con línea de comandos</vt:lpstr>
      <vt:lpstr>Buscar una nueva carpeta o subcarpeta mediante una función recursiva  </vt:lpstr>
      <vt:lpstr>Mover carpeta recursiva </vt:lpstr>
      <vt:lpstr>Mostrar árbol completo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USER</cp:lastModifiedBy>
  <cp:revision>2</cp:revision>
  <dcterms:modified xsi:type="dcterms:W3CDTF">2025-11-22T02:36:13Z</dcterms:modified>
</cp:coreProperties>
</file>