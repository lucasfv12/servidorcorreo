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808d2933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808d2933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808d2933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808d2933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a3b52e892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a3b52e892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a3b52e892d_2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a3b52e892d_2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a3b52e892d_2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a3b52e892d_2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a3b52e892d_2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a3b52e892d_2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a3b52e892d_2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a3b52e892d_2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a3b52e892d_2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a3b52e892d_2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a3b52e892d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a3b52e892d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a3b52e892d_3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a3b52e892d_3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3b52e892d_3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a3b52e892d_3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3b52e892d_3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3b52e892d_3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3b52e892d_6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3b52e892d_6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3b52e892d_6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a3b52e892d_6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3b52e892d_6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3b52e892d_6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9.png"/><Relationship Id="rId5" Type="http://schemas.openxmlformats.org/officeDocument/2006/relationships/image" Target="../media/image1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main.py" TargetMode="External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2381250" cy="12954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84950" y="1447800"/>
            <a:ext cx="84648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Materia: Estructura de datos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" sz="1800">
                <a:solidFill>
                  <a:schemeClr val="dk2"/>
                </a:solidFill>
              </a:rPr>
              <a:t>Trabajo práctico integrador: Cliente de correo electrónico - Entrega Final.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Comisión: 3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Profesor: Angel Leonardo Bianco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Grupo 11.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Alumnos: Brizuela Carla, Vergara Lucas.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0" y="335000"/>
            <a:ext cx="8520600" cy="1023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 al proyecto</a:t>
            </a:r>
            <a:endParaRPr/>
          </a:p>
        </p:txBody>
      </p:sp>
      <p:sp>
        <p:nvSpPr>
          <p:cNvPr id="61" name="Google Shape;61;p14"/>
          <p:cNvSpPr txBox="1"/>
          <p:nvPr>
            <p:ph idx="1" type="subTitle"/>
          </p:nvPr>
        </p:nvSpPr>
        <p:spPr>
          <a:xfrm>
            <a:off x="311700" y="1920250"/>
            <a:ext cx="8520600" cy="227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Este proyecto consiste en el desarrollo de un servidor de mensajería simple, implementado en python. El sistema permite gestionar mensajes a través de diferentes carpetas y subcarpetas. A su vez permite enviar y recibir correos normales o con carácter de urgente.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242725" y="246350"/>
            <a:ext cx="8520600" cy="954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Objetivos</a:t>
            </a:r>
            <a:endParaRPr/>
          </a:p>
        </p:txBody>
      </p:sp>
      <p:sp>
        <p:nvSpPr>
          <p:cNvPr id="67" name="Google Shape;67;p15"/>
          <p:cNvSpPr txBox="1"/>
          <p:nvPr>
            <p:ph idx="1" type="subTitle"/>
          </p:nvPr>
        </p:nvSpPr>
        <p:spPr>
          <a:xfrm>
            <a:off x="311700" y="1484200"/>
            <a:ext cx="8520600" cy="294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-36639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Desarrollar un servidor de correo básico en python para gestionar mensajes, carpetas y prioridades mediante POO.</a:t>
            </a:r>
            <a:endParaRPr/>
          </a:p>
          <a:p>
            <a:pPr indent="-36639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clases que representen usuarios, carpetas, mensajes y al servidor.</a:t>
            </a:r>
            <a:endParaRPr/>
          </a:p>
          <a:p>
            <a:pPr indent="-36639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Diseñar un mecanismo para poder clasificar y mostrar mensajes normales y urgentes.</a:t>
            </a:r>
            <a:endParaRPr/>
          </a:p>
          <a:p>
            <a:pPr indent="-36639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el movimiento de mensajes entre carpetas manteniendo sus prioridad.</a:t>
            </a:r>
            <a:endParaRPr/>
          </a:p>
          <a:p>
            <a:pPr indent="-366395" lvl="0" marL="457200" rtl="0" algn="ctr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s"/>
              <a:t>Implementar la creación de carpetas en el caso que sea necesario.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3175" y="1502325"/>
            <a:ext cx="6276975" cy="271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6"/>
          <p:cNvSpPr txBox="1"/>
          <p:nvPr/>
        </p:nvSpPr>
        <p:spPr>
          <a:xfrm>
            <a:off x="620775" y="354725"/>
            <a:ext cx="6670800" cy="7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La primera clase que creamos fue la clase mensaje y su método mostrar.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7439325" y="1502288"/>
            <a:ext cx="1527300" cy="27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Parámetros: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Remitente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Destinatario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Asunto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chemeClr val="dk2"/>
                </a:solidFill>
              </a:rPr>
              <a:t>Contenido</a:t>
            </a:r>
            <a:endParaRPr b="1"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Luego la clase Usuario, carpeta y Servidor </a:t>
            </a:r>
            <a:endParaRPr/>
          </a:p>
        </p:txBody>
      </p:sp>
      <p:pic>
        <p:nvPicPr>
          <p:cNvPr id="80" name="Google Shape;8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425" y="1298225"/>
            <a:ext cx="4210050" cy="167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8425" y="3422650"/>
            <a:ext cx="5353050" cy="1057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257350" y="1298225"/>
            <a:ext cx="4648200" cy="167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855450" y="395750"/>
            <a:ext cx="7433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Creamos las interfaces de enviar y recibir mensaje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88" name="Google Shape;8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0375" y="1672650"/>
            <a:ext cx="6896100" cy="220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Creamos la interfaz de la bandeja de entrada y salida</a:t>
            </a:r>
            <a:endParaRPr/>
          </a:p>
        </p:txBody>
      </p:sp>
      <p:pic>
        <p:nvPicPr>
          <p:cNvPr id="94" name="Google Shape;9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9400" y="1179975"/>
            <a:ext cx="5124450" cy="344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2252825" y="336650"/>
            <a:ext cx="45363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Cambiamos la clase Usuario</a:t>
            </a:r>
            <a:endParaRPr/>
          </a:p>
        </p:txBody>
      </p:sp>
      <p:pic>
        <p:nvPicPr>
          <p:cNvPr id="100" name="Google Shape;10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69463" y="1170125"/>
            <a:ext cx="5523315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>
            <p:ph type="title"/>
          </p:nvPr>
        </p:nvSpPr>
        <p:spPr>
          <a:xfrm>
            <a:off x="2328600" y="425325"/>
            <a:ext cx="448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Cambios en la clase Servidor</a:t>
            </a:r>
            <a:endParaRPr/>
          </a:p>
        </p:txBody>
      </p:sp>
      <p:pic>
        <p:nvPicPr>
          <p:cNvPr id="106" name="Google Shape;106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9675" y="1515000"/>
            <a:ext cx="5553075" cy="2790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No teníamos un archivo </a:t>
            </a:r>
            <a:r>
              <a:rPr lang="es" u="sng">
                <a:solidFill>
                  <a:schemeClr val="hlink"/>
                </a:solidFill>
                <a:hlinkClick r:id="rId3"/>
              </a:rPr>
              <a:t>MAIN.py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2" name="Google Shape;11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2975" y="1160275"/>
            <a:ext cx="4369806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35181" y="1170125"/>
            <a:ext cx="4249748" cy="3820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Modularización del proyecto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9" name="Google Shape;11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000" y="1155425"/>
            <a:ext cx="2314575" cy="3105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30049" y="1017725"/>
            <a:ext cx="5990250" cy="1571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30050" y="2589350"/>
            <a:ext cx="5990250" cy="1704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884825" y="3127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            Encapsulamiento de clases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27" name="Google Shape;12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450" y="1017725"/>
            <a:ext cx="547913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2016400" y="459725"/>
            <a:ext cx="43761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Main con </a:t>
            </a:r>
            <a:r>
              <a:rPr lang="es"/>
              <a:t>línea</a:t>
            </a:r>
            <a:r>
              <a:rPr lang="es"/>
              <a:t> de comandos</a:t>
            </a:r>
            <a:endParaRPr/>
          </a:p>
        </p:txBody>
      </p:sp>
      <p:pic>
        <p:nvPicPr>
          <p:cNvPr id="133" name="Google Shape;13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400" y="1199525"/>
            <a:ext cx="2476500" cy="3000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69125" y="1199525"/>
            <a:ext cx="5200816" cy="3806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>
            <p:ph type="title"/>
          </p:nvPr>
        </p:nvSpPr>
        <p:spPr>
          <a:xfrm>
            <a:off x="311700" y="445025"/>
            <a:ext cx="8520600" cy="1053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Buscar una nueva carpeta o subcarpeta mediante una función recursiva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0" name="Google Shape;14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51700" y="2048125"/>
            <a:ext cx="7000875" cy="21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Mover carpeta recursiva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6" name="Google Shape;146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5900" y="1478725"/>
            <a:ext cx="6172200" cy="183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Mostrar árbol completo</a:t>
            </a:r>
            <a:endParaRPr/>
          </a:p>
        </p:txBody>
      </p:sp>
      <p:pic>
        <p:nvPicPr>
          <p:cNvPr id="152" name="Google Shape;15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38400" y="1478750"/>
            <a:ext cx="4067175" cy="120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